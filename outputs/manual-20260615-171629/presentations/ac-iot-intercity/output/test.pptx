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53d7871514dee" /><Relationship Type="http://schemas.openxmlformats.org/officeDocument/2006/relationships/extended-properties" Target="/docProps/app.xml" Id="Rdc7904af01714cde" /><Relationship Type="http://schemas.openxmlformats.org/officeDocument/2006/relationships/officeDocument" Target="/ppt/presentation.xml" Id="R315b8180809641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33657ec31a46f3"/>
  </p:sldMasterIdLst>
  <p:notesMasterIdLst>
    <p:notesMasterId xmlns:r="http://schemas.openxmlformats.org/officeDocument/2006/relationships" r:id="R25629eb71d2c4b4e"/>
  </p:notesMasterIdLst>
  <p:sldIdLst>
    <p:sldId xmlns:r="http://schemas.openxmlformats.org/officeDocument/2006/relationships" id="256" r:id="R27a2465cbf654b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0b80ca4194051" /><Relationship Type="http://schemas.openxmlformats.org/officeDocument/2006/relationships/slideMaster" Target="/ppt/slideMasters/slideMaster1.xml" Id="Rcb33657ec31a46f3" /><Relationship Type="http://schemas.openxmlformats.org/officeDocument/2006/relationships/notesMaster" Target="/ppt/notesMasters/notesMaster1.xml" Id="R25629eb71d2c4b4e" /><Relationship Type="http://schemas.openxmlformats.org/officeDocument/2006/relationships/presProps" Target="/ppt/presProps.xml" Id="Rff3d1dd52a96464f" /><Relationship Type="http://schemas.openxmlformats.org/officeDocument/2006/relationships/viewProps" Target="/ppt/viewProps.xml" Id="R82e4d1b480614b7b" /><Relationship Type="http://schemas.openxmlformats.org/officeDocument/2006/relationships/tableStyles" Target="/ppt/tableStyles.xml" Id="R90f040615b6e4801" /><Relationship Type="http://schemas.openxmlformats.org/officeDocument/2006/relationships/slide" Target="/ppt/slides/slide1.xml" Id="R27a2465cbf65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38260d037b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bfe039df314a05" /><Relationship Type="http://schemas.openxmlformats.org/officeDocument/2006/relationships/notesMaster" Target="/ppt/notesMasters/notesMaster1.xml" Id="Rdafb2b548f07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815acab6147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b1dee6a110476d" /><Relationship Type="http://schemas.openxmlformats.org/officeDocument/2006/relationships/slideLayout" Target="/ppt/slideLayouts/slideLayout1.xml" Id="R0c8ce0b4b4354d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8ce0b4b4354d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9dfb1eeca4bf7" /><Relationship Type="http://schemas.openxmlformats.org/officeDocument/2006/relationships/notesSlide" Target="/ppt/notesSlides/notesSlide1.xml" Id="R35eb3a65ab7846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2BCE6-BD2C-4BAC-9D28-368EE44C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381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11357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2026-06-15T20:17:27.7570000Z</dcterms:created>
  <dcterms:modified xsi:type="dcterms:W3CDTF">2026-06-15T20:17:27.7570000Z</dcterms:modified>
</coreProperties>
</file>